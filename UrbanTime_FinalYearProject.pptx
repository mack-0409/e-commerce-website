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7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8B44B"/>
                </a:solidFill>
              </a:defRPr>
            </a:pPr>
            <a:r>
              <a:t>URBANTIME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377440"/>
            <a:ext cx="210312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</a:defRPr>
            </a:pPr>
            <a:r>
              <a:t>Luxury Watch E-Commerce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A Full-Stack Web Application for Premium Timepiece Retail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572000"/>
            <a:ext cx="228600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B44B"/>
                </a:solidFill>
              </a:defRPr>
            </a:pPr>
            <a:r>
              <a:t>Project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t>Full-Stack Web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572000"/>
            <a:ext cx="228600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B44B"/>
                </a:solidFill>
              </a:defRPr>
            </a:pPr>
            <a: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029200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rPr dirty="0"/>
              <a:t>E-Commerce</a:t>
            </a:r>
            <a:r>
              <a:rPr lang="en-US" dirty="0"/>
              <a:t> Website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2286000" cy="1280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B44B"/>
                </a:solidFill>
              </a:defRPr>
            </a:pPr>
            <a: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029200"/>
            <a:ext cx="228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rPr lang="en-US" dirty="0"/>
              <a:t>Mayank Singh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UrbanTime is a full-stack luxury watch e-commerce platform designed to provide a seamless online shopping experience for premium timepieces. The platform caters to watch enthusiasts looking for curated collections from renowned brands worldwide.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8B44B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Online luxury watch marketplace with curated collections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8B44B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Separate customer storefront and admin management panel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8B44B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Secure user authentication with JWT-based authorization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8B44B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Integrated Stripe payment gateway for online transactions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8B44B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AI-powered chatbot for real-time customer assistance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8B44B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Responsive design with dark/light theme support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E8B44B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MongoDB-backed scalable database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371600"/>
            <a:ext cx="475488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0" y="1463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4B"/>
                </a:solidFill>
              </a:defRPr>
            </a:pPr>
            <a:r>
              <a:t>Full-Stack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React + Node.js + MongoDB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606040"/>
            <a:ext cx="475488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2697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4B"/>
                </a:solidFill>
              </a:defRPr>
            </a:pPr>
            <a:r>
              <a:t>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108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JWT + Bcrypt + Stripe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840480"/>
            <a:ext cx="475488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3931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4B"/>
                </a:solidFill>
              </a:defRPr>
            </a:pPr>
            <a:r>
              <a:t>Smart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43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AI Chatbot Assistant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5074920"/>
            <a:ext cx="475488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5166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4B"/>
                </a:solidFill>
              </a:defRPr>
            </a:pPr>
            <a:r>
              <a:t>Modern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577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Tailwind CSS + Vite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Build a Scalable E-Commerce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Develop a full-stack web application using MERN stack for selling luxury watches online with a clean, modern UI.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463040"/>
            <a:ext cx="3474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480559" y="1645920"/>
            <a:ext cx="457200" cy="45720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39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Implement Secure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Create a robust JWT-based authentication system with password encryption using Bcrypt to protect user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463040"/>
            <a:ext cx="3474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599" y="1645920"/>
            <a:ext cx="457200" cy="45720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79" y="1645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Enable Online Payment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Integrate Stripe payment gateway to support secure online transactions with payment confirmation workflow.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3474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Develop an Admin Management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Build a separate admin dashboard for managing watch inventory, viewing orders, and handling bookings.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4023360"/>
            <a:ext cx="3474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480559" y="4206240"/>
            <a:ext cx="457200" cy="45720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39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Provide AI-Powered Customer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Implement an intelligent chatbot to assist users with product discovery, order tracking, and FAQs.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4023360"/>
            <a:ext cx="3474720" cy="2194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29599" y="4206240"/>
            <a:ext cx="457200" cy="45720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79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Ensure Responsive &amp; Accessible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Create a mobile-first responsive interface with dark/light theme support for enhanced user experience.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66420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User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Secure registration &amp; login with JWT tokens and Bcrypt password hashing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800" y="166420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Watch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Browse watches by category (Men/Women) and by brand with filtering &amp; pagination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267004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Shopping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88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Add, update, remove items with real-time quantity management and price calculation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37744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800" y="267004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0" y="2423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Stripe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88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Secure online payment processing with Stripe Checkout sessions and payment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367588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Admin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Add/delete watches, manage product listings, view and process customer orders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38328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0800" y="367588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429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AI Chatbot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Interactive chatbot for product recommendations, order tracking, and customer support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8912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31520" y="468172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434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Dark/Light Theme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00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Toggle between dark and light modes with persistent theme preference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38912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00800" y="468172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4434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Responsive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800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Mobile-first layout with Tailwind CSS, hamburger menu for mobile navigation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39496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31520" y="568756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440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Order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806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Complete order lifecycle with status tracking (Pending, Processing, Shipped, Delivered)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394960"/>
            <a:ext cx="5394960" cy="868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400800" y="5687568"/>
            <a:ext cx="137160" cy="13716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5440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Image Upload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806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Multer-based image upload for watch product images with static file serving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320040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 (Client)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057400"/>
            <a:ext cx="128016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React.js + Vite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Tailwind CSS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React Router DOM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Axios HTTP Client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Context API (State)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63040"/>
            <a:ext cx="3474720" cy="32004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 (Server)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2057400"/>
            <a:ext cx="128016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Node.js + Express.js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RESTful API Routes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JWT Authentication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Multer File Upload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Stripe Integration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463040"/>
            <a:ext cx="3474720" cy="320040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DATABASE (Storage)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057400"/>
            <a:ext cx="128016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228600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MongoDB Atlas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Mongoose ODM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User Collection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Watch/Order/Cart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E8B44B"/>
                </a:solidFill>
              </a:rPr>
              <a:t>  •  </a:t>
            </a:r>
            <a:r>
              <a:rPr sz="1300">
                <a:solidFill>
                  <a:srgbClr val="FFFFFF"/>
                </a:solidFill>
              </a:rPr>
              <a:t>Cloud-hosted (Atlas)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77639" y="2743200"/>
            <a:ext cx="274320" cy="365760"/>
          </a:xfrm>
          <a:prstGeom prst="rightArrow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635240" y="2743200"/>
            <a:ext cx="274320" cy="365760"/>
          </a:xfrm>
          <a:prstGeom prst="rightArrow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EXTERNAL SERVICES &amp; INTEGRATIONS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94960"/>
            <a:ext cx="256032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B44B"/>
                </a:solidFill>
              </a:defRPr>
            </a:pPr>
            <a:r>
              <a:t>Stripe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Payment processing</a:t>
            </a:r>
            <a:br/>
            <a:r>
              <a:t>via Checkout Sessions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5394960"/>
            <a:ext cx="256032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11880" y="5440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B44B"/>
                </a:solidFill>
              </a:defRPr>
            </a:pPr>
            <a:r>
              <a:t>MongoDB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806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Cloud database</a:t>
            </a:r>
            <a:br/>
            <a:r>
              <a:t>hosting service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5394960"/>
            <a:ext cx="256032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5440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B44B"/>
                </a:solidFill>
              </a:defRPr>
            </a:pPr>
            <a:r>
              <a:t>JWT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806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Token-based</a:t>
            </a:r>
            <a:br/>
            <a:r>
              <a:t>authentication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5394960"/>
            <a:ext cx="256032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72600" y="5440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B44B"/>
                </a:solidFill>
              </a:defRPr>
            </a:pPr>
            <a:r>
              <a:t>Multer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5806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File upload</a:t>
            </a:r>
            <a:br/>
            <a:r>
              <a:t>middleware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B44B"/>
                </a:solidFill>
              </a:defRPr>
            </a:pPr>
            <a:r>
              <a:t>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828800"/>
            <a:ext cx="128016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React.js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UI component library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24912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Vite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Build tool &amp; dev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46704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364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Tailwind CSS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3649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Utility-first CSS framework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68496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9867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React Router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9867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Client-side routing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90288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6085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Axios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6085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HTTP client for API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12080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230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Lucide 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230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Icon components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833872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React Toastify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Toast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B44B"/>
                </a:solidFill>
              </a:defRPr>
            </a:pPr>
            <a:r>
              <a:t>Backend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1828800"/>
            <a:ext cx="128016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80" y="2103120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2121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Node.js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JavaScript runtime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2724912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3484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Express.js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Web application framework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346704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34840" y="3364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Mongoose 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3649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MongoDB ODM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3968496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34840" y="39867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JSON Web Token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9867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Authentication tokens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590288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34840" y="46085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Bcryptjs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6085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Password hashing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97680" y="5212080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34840" y="5230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Multer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230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File upload handling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5833872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3484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Stripe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Payment processing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B44B"/>
                </a:solidFill>
              </a:defRPr>
            </a:pPr>
            <a:r>
              <a:t>Database &amp; 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1828800"/>
            <a:ext cx="128016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38160" y="2103120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75320" y="2121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MongoDB Atlas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Cloud NoSQL database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2724912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75320" y="2743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Git &amp; GitHub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2743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Version control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3346704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75320" y="3364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Nodemon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33649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Auto-restart dev server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3968496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75320" y="398678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Dotenv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66960" y="39867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Environment config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4590288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75320" y="46085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Validator.js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46085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Input validation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38160" y="5212080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75320" y="52303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6960" y="5230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Cross-origin resource sharing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5833872"/>
            <a:ext cx="3474720" cy="53035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7532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UUID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66960" y="5852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Unique ID generation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USER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17373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371600"/>
            <a:ext cx="548640" cy="54864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B44B"/>
                </a:solidFill>
              </a:defRPr>
            </a:pPr>
            <a:r>
              <a:t>Register /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603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User creates account</a:t>
            </a:r>
            <a:br/>
            <a:r>
              <a:t>or logs in with JWT</a:t>
            </a:r>
            <a:br/>
            <a:r>
              <a:t>authentication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3120" y="2743200"/>
            <a:ext cx="164592" cy="274320"/>
          </a:xfrm>
          <a:prstGeom prst="rightArrow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40279" y="1645920"/>
            <a:ext cx="17373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834639" y="1371600"/>
            <a:ext cx="548640" cy="54864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79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B44B"/>
                </a:solidFill>
              </a:defRPr>
            </a:pPr>
            <a:r>
              <a:t>Browse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19" y="25603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Explore watches by</a:t>
            </a:r>
            <a:br/>
            <a:r>
              <a:t>category or brand</a:t>
            </a:r>
            <a:br/>
            <a:r>
              <a:t>with filtering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9079" y="2743200"/>
            <a:ext cx="164592" cy="274320"/>
          </a:xfrm>
          <a:prstGeom prst="rightArrow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17373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00600" y="1371600"/>
            <a:ext cx="548640" cy="54864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B44B"/>
                </a:solidFill>
              </a:defRPr>
            </a:pPr>
            <a:r>
              <a:t>Add to Cart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5603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Select watches,</a:t>
            </a:r>
            <a:br/>
            <a:r>
              <a:t>adjust quantities,</a:t>
            </a:r>
            <a:br/>
            <a:r>
              <a:t>review selections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35040" y="2743200"/>
            <a:ext cx="164592" cy="274320"/>
          </a:xfrm>
          <a:prstGeom prst="rightArrow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72199" y="1645920"/>
            <a:ext cx="17373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59" y="1371600"/>
            <a:ext cx="548640" cy="54864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B44B"/>
                </a:solidFill>
              </a:defRPr>
            </a:pPr>
            <a:r>
              <a:t>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39" y="25603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Enter shipping &amp;</a:t>
            </a:r>
            <a:br/>
            <a:r>
              <a:t>billing details,</a:t>
            </a:r>
            <a:br/>
            <a:r>
              <a:t>review order summary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00999" y="2743200"/>
            <a:ext cx="164592" cy="274320"/>
          </a:xfrm>
          <a:prstGeom prst="rightArrow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1645920"/>
            <a:ext cx="17373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32520" y="1371600"/>
            <a:ext cx="548640" cy="54864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B44B"/>
                </a:solidFill>
              </a:defRPr>
            </a:pPr>
            <a:r>
              <a:t>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603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Pay via Stripe or</a:t>
            </a:r>
            <a:br/>
            <a:r>
              <a:t>choose Cash on</a:t>
            </a:r>
            <a:br/>
            <a:r>
              <a:t>Delivery option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66960" y="2743200"/>
            <a:ext cx="164592" cy="274320"/>
          </a:xfrm>
          <a:prstGeom prst="rightArrow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104120" y="1645920"/>
            <a:ext cx="1737360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698480" y="1371600"/>
            <a:ext cx="548640" cy="548640"/>
          </a:xfrm>
          <a:prstGeom prst="ellipse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1A2E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B44B"/>
                </a:solidFill>
              </a:defRPr>
            </a:pPr>
            <a:r>
              <a:t>Order Confirmed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560320"/>
            <a:ext cx="1554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Receive confirmation,</a:t>
            </a:r>
            <a:br/>
            <a:r>
              <a:t>track order status</a:t>
            </a:r>
            <a:br/>
            <a:r>
              <a:t>through lifecycle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4B"/>
                </a:solidFill>
              </a:defRPr>
            </a:pPr>
            <a:r>
              <a:t>ADMIN WORKFLOW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212080"/>
            <a:ext cx="2560320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Admin Login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669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Access admin panel</a:t>
            </a:r>
            <a:br/>
            <a:r>
              <a:t>with credentials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11880" y="5212080"/>
            <a:ext cx="2560320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1188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Add Products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5669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Upload watches with</a:t>
            </a:r>
            <a:br/>
            <a:r>
              <a:t>images, prices, brands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5212080"/>
            <a:ext cx="2560320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Manage Orders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69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View, update status,</a:t>
            </a:r>
            <a:br/>
            <a:r>
              <a:t>process bookings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72600" y="5212080"/>
            <a:ext cx="2560320" cy="118872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372600" y="5257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Inventory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5669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</a:defRPr>
            </a:pPr>
            <a:r>
              <a:t>List/delete products,</a:t>
            </a:r>
            <a:br/>
            <a:r>
              <a:t>monitor stock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PAYMENT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PAYMENT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2ECC71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Stripe Checkout Sessions for secure online payments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CC71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Support for card payments with real-time processing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CC71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Cash on Delivery (COD) as alternative payment method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CC71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Payment confirmation via Stripe session verification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CC71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Order status updates based on payment status (Paid/Unpaid)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CC71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Automatic tax calculation (8% tax rate) on orders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CC71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Shipping charge logic - free shipping above threshold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ECC71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Success and cancel URL redirects after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SECURITY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E74C3C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JWT (JSON Web Token) based authentication system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74C3C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Bcrypt password hashing with salt rounds (10)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74C3C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Auth middleware protecting sensitive API routes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74C3C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Token expiry set to 24 hours for session security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74C3C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Protected frontend routes redirect unauthenticated users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74C3C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CORS enabled for controlled cross-origin access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74C3C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Input validation using Validator.js library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E74C3C"/>
                </a:solidFill>
              </a:rPr>
              <a:t>  •  </a:t>
            </a:r>
            <a:r>
              <a:rPr sz="1400">
                <a:solidFill>
                  <a:srgbClr val="FFFFFF"/>
                </a:solidFill>
              </a:rPr>
              <a:t>Sensitive credentials stored in environment variables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Stripe processes payments on its PCI-compliant servers — no sensitive card data touches our backend. JWT tokens are verified on every protected API request, and passwords are never stored in plain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User Collection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2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_id (ObjectId)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name (String, required)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email (String, unique)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password (String, hashed)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timestamps (createdAt, updatedAt)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Watch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7452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_id (ObjectId)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name, description (String)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price (Number, required)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category (men/women/brand)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brandName (String, optional)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image (String, URL path)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23360"/>
            <a:ext cx="548640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Order Collection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orderId (String, unique)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user (ObjectId ref -&gt; User)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name, email, phone, address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items[] (product array)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totalAmount, taxAmount, finalAmount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paymentMethod, paymentStatus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orderStatus (Pending/Confirmed/etc)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548640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Cart Collection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52628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user (ObjectId ref -&gt; User, unique)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items[] (productId, name, img,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  price, qty, description)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8B44B"/>
                </a:solidFill>
              </a:rPr>
              <a:t>  •  </a:t>
            </a:r>
            <a:r>
              <a:rPr sz="1200">
                <a:solidFill>
                  <a:srgbClr val="CCCCCC"/>
                </a:solidFill>
              </a:rPr>
              <a:t>timestamps (createdAt, updatedAt)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Scalable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MERN stack enables easy horizontal scaling and modular development with separate frontend, admin, and backend services.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Real-Time Cart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Context API provides instant cart updates across all components without page reloads, enhancing UX.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394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97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AI-Powered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63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Integrated chatbot reduces support load by handling product queries, recommendations, and order tracking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51760"/>
            <a:ext cx="5394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97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Secure Payment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063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Stripe handles all sensitive card data on PCI-compliant servers, minimizing security liability for the application.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5394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Separate Admin Panel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43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Dedicated admin interface allows inventory and order management without exposing admin functions to customers.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394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023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Modern Developer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43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Vite provides lightning-fast HMR builds, and Tailwind CSS enables rapid, consistent UI development.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212079"/>
            <a:ext cx="5394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53035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5779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Mobile-First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62355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Responsive layout with hamburger navigation ensures seamless experience across all device sizes.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212079"/>
            <a:ext cx="5394960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53035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525779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Dual Payment Options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62355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Supporting both online (Stripe) and Cash on Delivery provides flexibility for diverse customer preferences.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Planned enhancements and potential expansions for the UrbanTime platform: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AI/ML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Implement collaborative filtering and content-based recommendation engine using user browsing and purchase history for personalized watch suggestions.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Real-Time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1284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Add WebSocket-based push notifications for order status updates, new arrivals, price drops, and promotional offers.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8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Multi-Vendor 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4728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Expand to support multiple sellers/brands with vendor dashboards, commission management, and independent inventory control.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108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Wishlist &amp;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4728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Allow users to save watches to wishlists and submit authenticated product reviews with star ratings and images.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Advanced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68172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Integrate analytics dashboards for admin with sales trends, revenue charts, customer demographics, and inventory forecasting.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29768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343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Mobile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68172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Develop native iOS and Android apps using React Native, sharing business logic with the existing web platform.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3212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577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77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Multi-Currency &amp; i18n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9161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Support international payments with currency conversion, multi-language UI, and region-specific shipping rules.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532120"/>
            <a:ext cx="5394960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55778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B44B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5778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B44B"/>
                </a:solidFill>
              </a:defRPr>
            </a:pPr>
            <a:r>
              <a:t>Subscription &amp; Loyalty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916168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Introduce membership tiers, loyalty points, referral programs, and recurring subscription boxes for collectors.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B44B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E8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CCCCC"/>
                </a:solidFill>
              </a:defRPr>
            </a:pPr>
            <a:r>
              <a:t>The UrbanTime luxury watch e-commerce platform successfully demonstrates a modern, full-stack web application built with the MERN stack. The project integrates all essential e-commerce functionalities including user authentication, product catalog management, shopping cart, secure Stripe payment processing, and an intelligent chatbot assistant.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2560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B44B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Applications</a:t>
            </a:r>
            <a:br/>
            <a:r>
              <a:t>Frontend + Admin +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743200"/>
            <a:ext cx="2560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2788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B44B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337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Collections</a:t>
            </a:r>
            <a:br/>
            <a:r>
              <a:t>User, Watch, Order, Cart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743200"/>
            <a:ext cx="2560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B44B"/>
                </a:solidFill>
              </a:defRPr>
            </a:pPr>
            <a:r>
              <a:t>15+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API Endpoints</a:t>
            </a:r>
            <a:br/>
            <a:r>
              <a:t>RESTful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743200"/>
            <a:ext cx="2560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2788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B44B"/>
                </a:solidFill>
              </a:defRPr>
            </a:pPr>
            <a: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3375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</a:defRPr>
            </a:pPr>
            <a:r>
              <a:t>Key Features</a:t>
            </a:r>
            <a:br/>
            <a:r>
              <a:t>Auth, Cart, Pay, Chatbot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B44B"/>
                </a:solidFill>
              </a:defRPr>
            </a:pPr>
            <a:r>
              <a:t>KEY TAKEAWAYS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Successfully built a production-ready e-commerce platform using modern web technologies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Implemented secure authentication and payment systems following industry best practices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Designed a scalable architecture that separates concerns across frontend, admin, and backend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</a:rPr>
              <a:t>  •  </a:t>
            </a:r>
            <a:r>
              <a:rPr sz="1500">
                <a:solidFill>
                  <a:srgbClr val="FFFFFF"/>
                </a:solidFill>
              </a:rPr>
              <a:t>Created an AI-powered chatbot to enhance customer engagement and reduce support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6217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B44B"/>
                </a:solidFill>
              </a:defRPr>
            </a:pPr>
            <a: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CC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1669</Words>
  <Application>Microsoft Office PowerPoint</Application>
  <PresentationFormat>Widescreen</PresentationFormat>
  <Paragraphs>294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Suraj Singh</cp:lastModifiedBy>
  <cp:revision>2</cp:revision>
  <dcterms:created xsi:type="dcterms:W3CDTF">2013-01-27T09:14:16Z</dcterms:created>
  <dcterms:modified xsi:type="dcterms:W3CDTF">2026-03-27T15:59:59Z</dcterms:modified>
  <cp:category/>
</cp:coreProperties>
</file>